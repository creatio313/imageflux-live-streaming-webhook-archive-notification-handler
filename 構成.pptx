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794" r:id="rId3"/>
    <p:sldMasterId id="2147483809" r:id="rId4"/>
    <p:sldMasterId id="2147483799" r:id="rId5"/>
    <p:sldMasterId id="2147483789" r:id="rId6"/>
    <p:sldMasterId id="2147483804" r:id="rId7"/>
    <p:sldMasterId id="2147483814" r:id="rId8"/>
    <p:sldMasterId id="2147483819" r:id="rId9"/>
  </p:sldMasterIdLst>
  <p:notesMasterIdLst>
    <p:notesMasterId r:id="rId12"/>
  </p:notesMasterIdLst>
  <p:sldIdLst>
    <p:sldId id="257" r:id="rId10"/>
    <p:sldId id="256" r:id="rId11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00"/>
    <a:srgbClr val="404044"/>
    <a:srgbClr val="FF5577"/>
    <a:srgbClr val="00C8C8"/>
    <a:srgbClr val="7899DF"/>
    <a:srgbClr val="7F8087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568D2-FFAE-47EF-8B24-321A92EF04BB}" v="3" dt="2026-05-29T02:21:27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898"/>
  </p:normalViewPr>
  <p:slideViewPr>
    <p:cSldViewPr snapToGrid="0" snapToObjects="1">
      <p:cViewPr varScale="1">
        <p:scale>
          <a:sx n="81" d="100"/>
          <a:sy n="81" d="100"/>
        </p:scale>
        <p:origin x="280" y="84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城谷 匠" userId="afbae57c-d4ca-4e58-bc9a-6f765e208d89" providerId="ADAL" clId="{FD963559-32B2-43B7-8F97-A1E47AC731FA}"/>
    <pc:docChg chg="undo custSel addSld modSld sldOrd">
      <pc:chgData name="城谷 匠" userId="afbae57c-d4ca-4e58-bc9a-6f765e208d89" providerId="ADAL" clId="{FD963559-32B2-43B7-8F97-A1E47AC731FA}" dt="2026-05-29T02:21:53.277" v="735" actId="122"/>
      <pc:docMkLst>
        <pc:docMk/>
      </pc:docMkLst>
      <pc:sldChg chg="delSp modSp mod">
        <pc:chgData name="城谷 匠" userId="afbae57c-d4ca-4e58-bc9a-6f765e208d89" providerId="ADAL" clId="{FD963559-32B2-43B7-8F97-A1E47AC731FA}" dt="2026-05-29T02:21:17.342" v="673"/>
        <pc:sldMkLst>
          <pc:docMk/>
          <pc:sldMk cId="3769457782" sldId="256"/>
        </pc:sldMkLst>
        <pc:spChg chg="mod">
          <ac:chgData name="城谷 匠" userId="afbae57c-d4ca-4e58-bc9a-6f765e208d89" providerId="ADAL" clId="{FD963559-32B2-43B7-8F97-A1E47AC731FA}" dt="2026-05-29T02:21:17.342" v="673"/>
          <ac:spMkLst>
            <pc:docMk/>
            <pc:sldMk cId="3769457782" sldId="256"/>
            <ac:spMk id="2" creationId="{57FAE97C-6957-FC40-46A7-E881757ED05C}"/>
          </ac:spMkLst>
        </pc:spChg>
        <pc:spChg chg="del">
          <ac:chgData name="城谷 匠" userId="afbae57c-d4ca-4e58-bc9a-6f765e208d89" providerId="ADAL" clId="{FD963559-32B2-43B7-8F97-A1E47AC731FA}" dt="2026-05-29T02:20:28.307" v="660" actId="478"/>
          <ac:spMkLst>
            <pc:docMk/>
            <pc:sldMk cId="3769457782" sldId="256"/>
            <ac:spMk id="3" creationId="{50ACB77B-9F71-FC77-51F4-CEF930F000B2}"/>
          </ac:spMkLst>
        </pc:spChg>
        <pc:spChg chg="mod">
          <ac:chgData name="城谷 匠" userId="afbae57c-d4ca-4e58-bc9a-6f765e208d89" providerId="ADAL" clId="{FD963559-32B2-43B7-8F97-A1E47AC731FA}" dt="2026-05-29T02:20:51.751" v="665" actId="1076"/>
          <ac:spMkLst>
            <pc:docMk/>
            <pc:sldMk cId="3769457782" sldId="256"/>
            <ac:spMk id="39" creationId="{927F7BAD-AFFE-0DEC-67F7-5C6BDE2BA871}"/>
          </ac:spMkLst>
        </pc:spChg>
        <pc:grpChg chg="mod">
          <ac:chgData name="城谷 匠" userId="afbae57c-d4ca-4e58-bc9a-6f765e208d89" providerId="ADAL" clId="{FD963559-32B2-43B7-8F97-A1E47AC731FA}" dt="2026-05-29T02:21:07.457" v="669" actId="1076"/>
          <ac:grpSpMkLst>
            <pc:docMk/>
            <pc:sldMk cId="3769457782" sldId="256"/>
            <ac:grpSpMk id="43" creationId="{18DEB2F1-BAF6-3A09-ADEC-278D6B43D944}"/>
          </ac:grpSpMkLst>
        </pc:grpChg>
      </pc:sldChg>
      <pc:sldChg chg="modSp new mod ord">
        <pc:chgData name="城谷 匠" userId="afbae57c-d4ca-4e58-bc9a-6f765e208d89" providerId="ADAL" clId="{FD963559-32B2-43B7-8F97-A1E47AC731FA}" dt="2026-05-29T02:21:53.277" v="735" actId="122"/>
        <pc:sldMkLst>
          <pc:docMk/>
          <pc:sldMk cId="4178015659" sldId="257"/>
        </pc:sldMkLst>
        <pc:spChg chg="mod">
          <ac:chgData name="城谷 匠" userId="afbae57c-d4ca-4e58-bc9a-6f765e208d89" providerId="ADAL" clId="{FD963559-32B2-43B7-8F97-A1E47AC731FA}" dt="2026-05-29T02:21:53.277" v="735" actId="122"/>
          <ac:spMkLst>
            <pc:docMk/>
            <pc:sldMk cId="4178015659" sldId="257"/>
            <ac:spMk id="2" creationId="{DCE88343-B750-5501-7AE1-82FE6065B460}"/>
          </ac:spMkLst>
        </pc:spChg>
        <pc:spChg chg="mod">
          <ac:chgData name="城谷 匠" userId="afbae57c-d4ca-4e58-bc9a-6f765e208d89" providerId="ADAL" clId="{FD963559-32B2-43B7-8F97-A1E47AC731FA}" dt="2026-05-29T02:21:47.814" v="732" actId="20577"/>
          <ac:spMkLst>
            <pc:docMk/>
            <pc:sldMk cId="4178015659" sldId="257"/>
            <ac:spMk id="3" creationId="{6C55F8B0-460C-B557-5AC4-DE2CB42EA6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2026/5/29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7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91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2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6FB01B1-C9FB-3240-B136-6480DF20B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68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5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680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8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291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78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494A42D-0EBE-5D42-9BC8-1C78FE3226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233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1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CFB8C-9EB6-4CD0-B1F5-ECFA40EC1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2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75DD1E-4927-4D1F-96D6-19BC4A0AFD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742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3914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79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F7519840-3B5C-E044-AF33-EF289A7B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456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650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82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65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464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526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53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6025182-1AC7-8249-BE58-2750DF09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213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067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79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00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731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597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531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BD79711-1558-384F-B0C8-6BABB1BF7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497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41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499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372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45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264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E9E5235-D215-1549-9B73-B1A73D590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05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2979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2026/5/29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A3271F-4236-4004-831C-943FB7EEC1EF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5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832" r:id="rId4"/>
    <p:sldLayoutId id="2147483833" r:id="rId5"/>
    <p:sldLayoutId id="2147483798" r:id="rId6"/>
    <p:sldLayoutId id="2147483834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2BDBD-C589-4937-88D2-C327492B341C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8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35" r:id="rId4"/>
    <p:sldLayoutId id="2147483836" r:id="rId5"/>
    <p:sldLayoutId id="2147483813" r:id="rId6"/>
    <p:sldLayoutId id="2147483837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883A1C-CA87-4F11-9E55-220CA34D03C2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tx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tx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03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38" r:id="rId4"/>
    <p:sldLayoutId id="2147483839" r:id="rId5"/>
    <p:sldLayoutId id="2147483803" r:id="rId6"/>
    <p:sldLayoutId id="2147483840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2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694C6D-8806-40BD-AE71-C213416B3E48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841" r:id="rId4"/>
    <p:sldLayoutId id="2147483842" r:id="rId5"/>
    <p:sldLayoutId id="2147483793" r:id="rId6"/>
    <p:sldLayoutId id="2147483843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C883A8-86B2-403F-9271-09476D39CAE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85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44" r:id="rId4"/>
    <p:sldLayoutId id="2147483845" r:id="rId5"/>
    <p:sldLayoutId id="2147483808" r:id="rId6"/>
    <p:sldLayoutId id="2147483846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6D8F91-A323-4FB6-9459-1F6488A37B4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71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47" r:id="rId4"/>
    <p:sldLayoutId id="2147483848" r:id="rId5"/>
    <p:sldLayoutId id="2147483818" r:id="rId6"/>
    <p:sldLayoutId id="2147483849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88343-B750-5501-7AE1-82FE6065B4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ja-JP" dirty="0" err="1"/>
              <a:t>ImageFlux</a:t>
            </a:r>
            <a:r>
              <a:rPr lang="en-US" altLang="ja-JP" dirty="0"/>
              <a:t> Live Streaming</a:t>
            </a:r>
            <a:br>
              <a:rPr lang="en-US" altLang="ja-JP" dirty="0"/>
            </a:br>
            <a:r>
              <a:rPr lang="ja-JP" altLang="en-US" dirty="0"/>
              <a:t>アーカイブ通知機能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55F8B0-460C-B557-5AC4-DE2CB42EA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o</a:t>
            </a:r>
            <a:r>
              <a:rPr kumimoji="1" lang="en-US" altLang="ja-JP" dirty="0"/>
              <a:t>n </a:t>
            </a:r>
            <a:r>
              <a:rPr kumimoji="1" lang="ja-JP" altLang="en-US" dirty="0"/>
              <a:t>さくらのクラウド</a:t>
            </a:r>
          </a:p>
        </p:txBody>
      </p:sp>
    </p:spTree>
    <p:extLst>
      <p:ext uri="{BB962C8B-B14F-4D97-AF65-F5344CB8AC3E}">
        <p14:creationId xmlns:p14="http://schemas.microsoft.com/office/powerpoint/2010/main" val="417801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7FAE97C-6957-FC40-46A7-E881757ED0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 err="1"/>
              <a:t>ImageFlux</a:t>
            </a:r>
            <a:r>
              <a:rPr kumimoji="1" lang="en-US" altLang="ja-JP" dirty="0"/>
              <a:t> Live Streaming</a:t>
            </a:r>
            <a:r>
              <a:rPr kumimoji="1" lang="ja-JP" altLang="en-US" dirty="0"/>
              <a:t>アーカイブ通知機能構成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27F7BAD-AFFE-0DEC-67F7-5C6BDE2BA871}"/>
              </a:ext>
            </a:extLst>
          </p:cNvPr>
          <p:cNvSpPr txBox="1"/>
          <p:nvPr/>
        </p:nvSpPr>
        <p:spPr>
          <a:xfrm>
            <a:off x="1215738" y="3180070"/>
            <a:ext cx="10975468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ImageFlux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Live Streaming</a:t>
            </a:r>
            <a:r>
              <a:rPr kumimoji="1" lang="ja-JP" altLang="en-US" sz="2400" dirty="0"/>
              <a:t>での配信終了時に送信されるイベント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3200" b="1" dirty="0" err="1"/>
              <a:t>AppRun</a:t>
            </a:r>
            <a:r>
              <a:rPr kumimoji="1" lang="ja-JP" altLang="en-US" sz="3200" b="1" dirty="0"/>
              <a:t>共用型</a:t>
            </a:r>
            <a:endParaRPr kumimoji="1" lang="en-US" altLang="ja-JP" sz="3200" b="1" dirty="0"/>
          </a:p>
          <a:p>
            <a:r>
              <a:rPr kumimoji="1" lang="en-US" altLang="ja-JP" sz="2400" dirty="0"/>
              <a:t>Webhook</a:t>
            </a:r>
            <a:r>
              <a:rPr kumimoji="1" lang="ja-JP" altLang="en-US" sz="2400" dirty="0"/>
              <a:t>を受け取り、シンプル通知を通じてメール送付する。</a:t>
            </a:r>
            <a:endParaRPr kumimoji="1" lang="en-US" altLang="ja-JP" sz="2400" dirty="0"/>
          </a:p>
          <a:p>
            <a:r>
              <a:rPr kumimoji="1" lang="ja-JP" altLang="en-US" sz="2400" dirty="0"/>
              <a:t>その他の</a:t>
            </a:r>
            <a:r>
              <a:rPr kumimoji="1" lang="en-US" altLang="ja-JP" sz="2400" dirty="0"/>
              <a:t>Webhook</a:t>
            </a:r>
            <a:r>
              <a:rPr kumimoji="1" lang="ja-JP" altLang="en-US" sz="2400" dirty="0"/>
              <a:t>についてもモニタリングスイートのログに記録する。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3200" b="1" dirty="0"/>
              <a:t>コンテナレジストリ</a:t>
            </a:r>
            <a:endParaRPr kumimoji="1" lang="en-US" altLang="ja-JP" sz="3200" b="1" dirty="0"/>
          </a:p>
          <a:p>
            <a:r>
              <a:rPr kumimoji="1" lang="en-US" altLang="ja-JP" sz="2400" dirty="0" err="1"/>
              <a:t>AppRun</a:t>
            </a:r>
            <a:r>
              <a:rPr kumimoji="1" lang="ja-JP" altLang="en-US" sz="2400" dirty="0"/>
              <a:t>共用型で用いる</a:t>
            </a:r>
            <a:r>
              <a:rPr kumimoji="1" lang="en-US" altLang="ja-JP" sz="2400" dirty="0"/>
              <a:t>Docker</a:t>
            </a:r>
            <a:r>
              <a:rPr kumimoji="1" lang="ja-JP" altLang="en-US" sz="2400" dirty="0"/>
              <a:t>イメージを保管する。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3200" b="1" dirty="0"/>
              <a:t>シンプル通知</a:t>
            </a:r>
            <a:endParaRPr kumimoji="1" lang="en-US" altLang="ja-JP" sz="3200" dirty="0"/>
          </a:p>
          <a:p>
            <a:r>
              <a:rPr kumimoji="1" lang="en-US" altLang="ja-JP" sz="2400" dirty="0"/>
              <a:t>API</a:t>
            </a:r>
            <a:r>
              <a:rPr kumimoji="1" lang="ja-JP" altLang="en-US" sz="2400" dirty="0"/>
              <a:t>の呼び出しを受け、対象グループにメール通知を送信する。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3200" b="1" dirty="0"/>
              <a:t>モニタリングスイート</a:t>
            </a:r>
            <a:endParaRPr kumimoji="1" lang="en-US" altLang="ja-JP" sz="3200" b="1" dirty="0"/>
          </a:p>
          <a:p>
            <a:r>
              <a:rPr kumimoji="1" lang="en-US" altLang="ja-JP" sz="2400" dirty="0" err="1"/>
              <a:t>AppRun</a:t>
            </a:r>
            <a:r>
              <a:rPr kumimoji="1" lang="ja-JP" altLang="en-US" sz="2400" dirty="0"/>
              <a:t>のログを保管する。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3200" b="1" dirty="0"/>
              <a:t>IAM</a:t>
            </a:r>
          </a:p>
          <a:p>
            <a:r>
              <a:rPr kumimoji="1" lang="ja-JP" altLang="en-US" sz="2400" dirty="0"/>
              <a:t>サービスプリンシパルキーを発行し、作成・削除権限を付与する。</a:t>
            </a:r>
            <a:endParaRPr kumimoji="1" lang="en-US" altLang="ja-JP" sz="2400" dirty="0"/>
          </a:p>
          <a:p>
            <a:r>
              <a:rPr kumimoji="1" lang="ja-JP" altLang="en-US" sz="2400" dirty="0"/>
              <a:t>リクエストの都度、時限的なアクセストークンを発行する。</a:t>
            </a:r>
            <a:endParaRPr kumimoji="1" lang="en-US" altLang="ja-JP" sz="2400" dirty="0"/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18DEB2F1-BAF6-3A09-ADEC-278D6B43D944}"/>
              </a:ext>
            </a:extLst>
          </p:cNvPr>
          <p:cNvGrpSpPr/>
          <p:nvPr/>
        </p:nvGrpSpPr>
        <p:grpSpPr>
          <a:xfrm>
            <a:off x="14240723" y="4191174"/>
            <a:ext cx="7573034" cy="5342875"/>
            <a:chOff x="12191206" y="4187165"/>
            <a:chExt cx="7573034" cy="5342875"/>
          </a:xfrm>
        </p:grpSpPr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03B4C679-46F8-E71E-4296-E6BCBAC168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8137723" y="4556497"/>
              <a:ext cx="1440000" cy="1440000"/>
            </a:xfrm>
            <a:prstGeom prst="rect">
              <a:avLst/>
            </a:prstGeom>
          </p:spPr>
        </p:pic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9546E2F1-3960-6E65-BF2B-18B6AC3A8C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57723" y="4556497"/>
              <a:ext cx="1440000" cy="1440000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2332E6DC-871C-D035-DAC2-73D3325AAF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137723" y="7442503"/>
              <a:ext cx="1440000" cy="1440000"/>
            </a:xfrm>
            <a:prstGeom prst="rect">
              <a:avLst/>
            </a:prstGeom>
          </p:spPr>
        </p:pic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8C45BECD-5C56-3B3B-A41C-22CE09E241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91206" y="4561251"/>
              <a:ext cx="1440000" cy="1375748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9185924E-EF0F-D1A6-A88E-7E1A00628A15}"/>
                </a:ext>
              </a:extLst>
            </p:cNvPr>
            <p:cNvSpPr txBox="1"/>
            <p:nvPr/>
          </p:nvSpPr>
          <p:spPr>
            <a:xfrm>
              <a:off x="15071206" y="4187165"/>
              <a:ext cx="1813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err="1"/>
                <a:t>AppRun</a:t>
              </a:r>
              <a:r>
                <a:rPr kumimoji="1" lang="ja-JP" altLang="en-US" dirty="0"/>
                <a:t>共用型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A6160BC-D3B9-23E3-5E3E-E79416DDFE03}"/>
                </a:ext>
              </a:extLst>
            </p:cNvPr>
            <p:cNvSpPr txBox="1"/>
            <p:nvPr/>
          </p:nvSpPr>
          <p:spPr>
            <a:xfrm>
              <a:off x="17951206" y="4191174"/>
              <a:ext cx="1813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シンプル通知</a:t>
              </a:r>
            </a:p>
          </p:txBody>
        </p:sp>
        <p:pic>
          <p:nvPicPr>
            <p:cNvPr id="17" name="グラフィックス 16">
              <a:extLst>
                <a:ext uri="{FF2B5EF4-FFF2-40B4-BE49-F238E27FC236}">
                  <a16:creationId xmlns:a16="http://schemas.microsoft.com/office/drawing/2014/main" id="{B140E724-60F7-B42F-B979-B7C8199D34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191206" y="7443709"/>
              <a:ext cx="1440000" cy="1440000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7505D59B-2D8C-69C6-34E2-2B3A1C11AEC8}"/>
                </a:ext>
              </a:extLst>
            </p:cNvPr>
            <p:cNvSpPr txBox="1"/>
            <p:nvPr/>
          </p:nvSpPr>
          <p:spPr>
            <a:xfrm>
              <a:off x="12280586" y="8882503"/>
              <a:ext cx="12612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IAM</a:t>
              </a:r>
              <a:endParaRPr kumimoji="1" lang="ja-JP" altLang="en-US" dirty="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33AA3396-798D-2CAF-DCFC-4B5DE5AC0F42}"/>
                </a:ext>
              </a:extLst>
            </p:cNvPr>
            <p:cNvSpPr txBox="1"/>
            <p:nvPr/>
          </p:nvSpPr>
          <p:spPr>
            <a:xfrm>
              <a:off x="17951206" y="8882503"/>
              <a:ext cx="18130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モニタリング</a:t>
              </a:r>
              <a:br>
                <a:rPr kumimoji="1" lang="en-US" altLang="ja-JP" dirty="0"/>
              </a:br>
              <a:r>
                <a:rPr kumimoji="1" lang="ja-JP" altLang="en-US" dirty="0"/>
                <a:t>スイート</a:t>
              </a: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6CE3FFD1-B835-B95C-E5E6-E835DD2F1025}"/>
                </a:ext>
              </a:extLst>
            </p:cNvPr>
            <p:cNvCxnSpPr>
              <a:cxnSpLocks/>
              <a:stCxn id="7" idx="3"/>
              <a:endCxn id="5" idx="1"/>
            </p:cNvCxnSpPr>
            <p:nvPr/>
          </p:nvCxnSpPr>
          <p:spPr>
            <a:xfrm>
              <a:off x="16697723" y="5276497"/>
              <a:ext cx="1440000" cy="0"/>
            </a:xfrm>
            <a:prstGeom prst="straightConnector1">
              <a:avLst/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E53A523E-977D-02CB-EC93-B8565B23F4D8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3817723" y="5276497"/>
              <a:ext cx="1440000" cy="0"/>
            </a:xfrm>
            <a:prstGeom prst="straightConnector1">
              <a:avLst/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コネクタ: カギ線 27">
              <a:extLst>
                <a:ext uri="{FF2B5EF4-FFF2-40B4-BE49-F238E27FC236}">
                  <a16:creationId xmlns:a16="http://schemas.microsoft.com/office/drawing/2014/main" id="{83661C56-A57C-B44A-02FF-5900DF70E537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rot="16200000" flipH="1">
              <a:off x="16694720" y="5279500"/>
              <a:ext cx="1446006" cy="2880000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4FF94168-E120-CCAC-A4DF-1A1EBA7A6B43}"/>
                </a:ext>
              </a:extLst>
            </p:cNvPr>
            <p:cNvSpPr txBox="1"/>
            <p:nvPr/>
          </p:nvSpPr>
          <p:spPr>
            <a:xfrm>
              <a:off x="13865082" y="4910571"/>
              <a:ext cx="11587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Webhook</a:t>
              </a:r>
              <a:endParaRPr kumimoji="1" lang="ja-JP" altLang="en-US" sz="1600" dirty="0"/>
            </a:p>
          </p:txBody>
        </p:sp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20290577-D98F-E2DF-A8CE-0EB0A3906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257723" y="7442503"/>
              <a:ext cx="1440000" cy="1440000"/>
            </a:xfrm>
            <a:prstGeom prst="rect">
              <a:avLst/>
            </a:prstGeom>
          </p:spPr>
        </p:pic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ABA61DC9-F880-6910-A44E-A2F90E768433}"/>
                </a:ext>
              </a:extLst>
            </p:cNvPr>
            <p:cNvSpPr txBox="1"/>
            <p:nvPr/>
          </p:nvSpPr>
          <p:spPr>
            <a:xfrm>
              <a:off x="15071206" y="8883709"/>
              <a:ext cx="18130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コンテナ</a:t>
              </a:r>
              <a:br>
                <a:rPr kumimoji="1" lang="en-US" altLang="ja-JP" dirty="0"/>
              </a:br>
              <a:r>
                <a:rPr kumimoji="1" lang="ja-JP" altLang="en-US" dirty="0"/>
                <a:t>レジストリ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457782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Orang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D3E25F5-3C21-431F-8027-130F3AAC90F3}"/>
    </a:ext>
  </a:extLst>
</a:theme>
</file>

<file path=ppt/theme/theme4.xml><?xml version="1.0" encoding="utf-8"?>
<a:theme xmlns:a="http://schemas.openxmlformats.org/drawingml/2006/main" name="セクショニング(SAKURA Blue Light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8295E8FA-2BD7-470E-B45F-4809C34CABB5}"/>
    </a:ext>
  </a:extLst>
</a:theme>
</file>

<file path=ppt/theme/theme5.xml><?xml version="1.0" encoding="utf-8"?>
<a:theme xmlns:a="http://schemas.openxmlformats.org/drawingml/2006/main" name="セクショニング(SAKURA Yellow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FD6CF57-3C64-4BE2-8D17-94EAFBD1A005}"/>
    </a:ext>
  </a:extLst>
</a:theme>
</file>

<file path=ppt/theme/theme6.xml><?xml version="1.0" encoding="utf-8"?>
<a:theme xmlns:a="http://schemas.openxmlformats.org/drawingml/2006/main" name="セクショニング(SAKURA Dark Blu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A49226F-B767-47F5-AD40-CA3A982FDD7D}"/>
    </a:ext>
  </a:extLst>
</a:theme>
</file>

<file path=ppt/theme/theme7.xml><?xml version="1.0" encoding="utf-8"?>
<a:theme xmlns:a="http://schemas.openxmlformats.org/drawingml/2006/main" name="セクショニング(SAKURA Green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59D96151-4E89-41F0-9F64-A0A41940310E}"/>
    </a:ext>
  </a:extLst>
</a:theme>
</file>

<file path=ppt/theme/theme8.xml><?xml version="1.0" encoding="utf-8"?>
<a:theme xmlns:a="http://schemas.openxmlformats.org/drawingml/2006/main" name="セクショニング(SAKURA Blac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E3E8F9E2-EF40-42C2-897E-A09A55258272}"/>
    </a:ext>
  </a:extLst>
</a:theme>
</file>

<file path=ppt/theme/theme9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b7b586b-de2c-41a0-848b-05091d810ec2}" enabled="0" method="" siteId="{2b7b586b-de2c-41a0-848b-05091d810e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239</TotalTime>
  <Words>129</Words>
  <Application>Microsoft Office PowerPoint</Application>
  <PresentationFormat>ユーザー設定</PresentationFormat>
  <Paragraphs>27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2</vt:i4>
      </vt:variant>
    </vt:vector>
  </HeadingPairs>
  <TitlesOfParts>
    <vt:vector size="16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Orange)</vt:lpstr>
      <vt:lpstr>セクショニング(SAKURA Blue Light)</vt:lpstr>
      <vt:lpstr>セクショニング(SAKURA Yellow)</vt:lpstr>
      <vt:lpstr>セクショニング(SAKURA Dark Blue)</vt:lpstr>
      <vt:lpstr>セクショニング(SAKURA Green)</vt:lpstr>
      <vt:lpstr>セクショニング(SAKURA Black)</vt:lpstr>
      <vt:lpstr>セクショニング(SAKURA Gray)</vt:lpstr>
      <vt:lpstr>ImageFlux Live Streaming アーカイブ通知機能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1</cp:revision>
  <dcterms:created xsi:type="dcterms:W3CDTF">2026-05-28T22:22:34Z</dcterms:created>
  <dcterms:modified xsi:type="dcterms:W3CDTF">2026-05-29T02:21:53Z</dcterms:modified>
</cp:coreProperties>
</file>